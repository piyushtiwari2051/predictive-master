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2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      </a:t>
            </a: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By                    Supervised By</a:t>
            </a: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  </a:t>
            </a: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Name of the Student        	Name of Supervisor</a:t>
            </a: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Roll no</a:t>
            </a:r>
            <a:r>
              <a:rPr lang="en-IN" altLang="en-US" sz="22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		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7</a:t>
            </a:r>
            <a:r>
              <a:rPr lang="en-IN" altLang="en-US" baseline="300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Sem, CSE-1              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Department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CSE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/>
            <a:r>
              <a:rPr sz="2200" b="1">
                <a:latin typeface="Times New Roman"/>
              </a:rPr>
              <a:t>Predictive Maintenance for Jet Engines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1. Introduction: Domain of Work &amp; Industry Context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2. Problem Statement: Aviation Engine Reliability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3. Project Objectives: RUL &amp; Multi-Class Hazard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4. Requirements Analysis: S/W and H/W Stack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5. Dataset Overview: NASA C-MAPSS Telemetry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6. Feature Engineering &amp; Signal Processing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7. System Architecture &amp; Flowchart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8. Tri-Model AI Engine &amp; Performance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9. Results Analysis, Live CLI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Domain of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Industry Context: Industrial AI &amp; Aviation Fleet Operations.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Domain: Predictive Health Management (PHM) for Turbofan Engines.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Objective: Transition from static time-based maintenance to AI-driven predictive maintenance.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Core Goal: Utilize IoT sensor telemetry to accurately forecast equipment failure before operational disruption.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Mentorship: Mentored by Alex Chao in fulfillment of Data Science Bootcamp Capstone.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Industry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Aviation Challenge: Unscheduled jet engine failure causes severe flight delays and safety risks.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Traditional Servicing: Fixed-cycle maintenance replaces functional parts prematurely or misses early degradation.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Data Complexity: 21 continuous sensor streams under variable operational settings.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Proposed Solution: Machine Learning model predicting exact Time-To-Failure (TTF) and failure risk windows.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Remaining Useful Life (RUL): Predict exact operational cycles before failure using regression.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Binary Failure Warning: Classify if engine failure will occur within a 30-cycle window (Yes/No).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Multi-Tier Hazard Rating: Categorize engine state into Healthy (&gt;30 cycles), Warning (15-30 cycles), and Critical (&lt;=15 cycles).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Automated Pipeline: Build a clean end-to-end Python pipeline and CLI diagnostic tool.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 Stack)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Programming Language: Python 3.11+ environment.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Machine Learning Frameworks: Scikit-Learn (Random Forest, SVM, MLP, Naive Bayes).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Data Processing &amp; Signal Analysis: Pandas, NumPy, SciPy.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Visualization &amp; Plotting: Matplotlib, Seaborn, SVG Canvas rendering.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Hardware Environment: Multi-core CPU, 16GB RAM, SSD Storage.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Overview (NASA C-MAPSS)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Data Provider: NASA Ames Prognostics Center of Excellence.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Fleet Scope: 100 training engines run-to-failure (20,631 cycles) and 100 testing engines.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Telemetry Features: 21 sensor streams (temperatures, pressures, rotor speeds) + 3 operational settings.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Target Labels: Time-to-Failure (TTF / RUL) derived per engine cycle.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Feature Engineering &amp; Signal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Rolling Window Aggregation: 5-cycle rolling mean (av1-av21) and standard deviation (sd1-sd21).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Noise Reduction: Smooths high-frequency sensor fluctuation to capture true physical decay.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Multicollinearity Filtering: Identifies highly correlated sensor pairs (r &gt; 0.80) e.g., (s14, s9).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Total Attributes: 45 total input features fed into ML training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Architecture &amp; Workflow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Stage 1: Telemetry Ingestion (NASA C-MAPSS 21 Sensors).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Stage 2: Feature Engineering (5-Cycle Rolling Stats).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Stage 3: Tri-Model AI Engine (Regression, Binary &amp; MLP).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Stage 4: Fleet Maintenance Dispatch &amp; Optimization.</a:t>
            </a:r>
          </a:p>
        </p:txBody>
      </p:sp>
      <p:pic>
        <p:nvPicPr>
          <p:cNvPr id="4" name="Picture 3" descr="vibrant_syste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669280" cy="28142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RUL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Model Selection: Random Forest Regressor vs Polynomial &amp; Linear Regression.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Evaluation Metrics: Root Mean Squared Error (RMSE) and R-Squared (R2).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Performance: Random Forest achieved RMSE = 33.39 cycles &amp; MAE = 22.90 cycles.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Key Insight: Ensemble tree methods effectively capture non-linear degradation physics.</a:t>
            </a:r>
          </a:p>
        </p:txBody>
      </p:sp>
      <p:pic>
        <p:nvPicPr>
          <p:cNvPr id="4" name="Picture 3" descr="regression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669280" cy="23376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Binary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Task: Predict if engine will fail within w1 = 30 operational cycles.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Best Classifier: Random Forest Classifier scored 98.45% AUC-ROC.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Precision &amp; Recall: 94.44% Precision, 68.00% Recall (F1-score: 0.7907).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Operating Point: Optimal threshold selection minimizes unscheduled flight groundings.</a:t>
            </a:r>
          </a:p>
        </p:txBody>
      </p:sp>
      <p:pic>
        <p:nvPicPr>
          <p:cNvPr id="4" name="Picture 3" descr="binary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669280" cy="23328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Multi-Class Neural MLP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Architecture: Multi-Layer Perceptron (100, 50 hidden neurons).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Risk Classes: Healthy (&gt;30 cycles), Warning (15-30 cycles), Critical (&lt;=15 cycles).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Accuracy Result: 75.00% exact multi-class categorization across test fleet.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Confusion Matrix: High precision on Critical category prevents catastrophic failure.</a:t>
            </a:r>
          </a:p>
        </p:txBody>
      </p:sp>
      <p:pic>
        <p:nvPicPr>
          <p:cNvPr id="4" name="Picture 3" descr="multiclass_mlp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669280" cy="47051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Telemetry Sensor Degradation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Sensor Observations: Key sensors (s2, s3, s4, s11) show clear physical drift prior to failure.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HPC Outlet Temperature (s3): Monotonic increase as compressor efficiency declines.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HPC Static Pressure (s11): Distinct decay curve marking imminent component breakdown.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Threshold Line: Red vertical line indicates actual engine failure cutoff.</a:t>
            </a:r>
          </a:p>
        </p:txBody>
      </p:sp>
      <p:pic>
        <p:nvPicPr>
          <p:cNvPr id="4" name="Picture 3" descr="sensor_degradation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669280" cy="28088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Feature Importance &amp; Correlation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Dominant Features: Rolling window averages (av11, av4, av12) rank highest in importance.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Feature Engineering Impact: Extracted rolling statistics outperform raw single-point sensor readings.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Multicollinearity Removal: Prevents feature redundancy and variance inflation.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Model Interpretability: Clear tree decisions mirror physical engine degradation phases.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669280" cy="28060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Real-Time Diagnostic Tool (`predict.py`)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Interactive Terminal Tool: Command-line execution for any fleet engine ID.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Execution Command: python predict.py --engine_id 81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Output Diagnostic Report: Displays estimated RUL, 30-cycle failure probability, and risk rating.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Actionable Recommendation: Instructs fleet managers to ground or schedule maintenance.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Project Achievement: Successfully built end-to-end PHM pipeline for turbofan jet engines.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Model Excellence: Achieved 98.45% AUC-ROC failure detection and 75% neural hazard categorization.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Business Impact: Optimizes maintenance capacity and eliminates unscheduled flight delays.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Future Work: Integrate Deep LSTM / Transformer networks and real-time streaming APIs.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1. NASA Ames Prognostics Center of Excellence - C-MAPSS Turbofan Simulation Dataset.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2. Saxena et al., 'Damage Propagation Modeling for Aircraft Engine Run-to-Failure Simulation', IEEE 2008.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3. Springboard Data Science Career Track Capstone Curriculum &amp; Mentorship.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4. Scikit-Learn, Pandas, NumPy, and Python Open-Source Scientific Ecosystem.</a:t>
            </a:r>
          </a:p>
          <a:p>
            <a:pPr>
              <a:spcAft>
                <a:spcPts val="14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Thank You!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