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29184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/>
          <a:lstStyle/>
          <a:p>
            <a:pPr>
              <a:spcAft>
                <a:spcPts val="3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Piyush Tiwari        	Mr. Basudeo Singh Roohani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2301430100162		Assistant Professor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2926080" cy="13716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wrap="square"/>
          <a:lstStyle/>
          <a:p>
            <a:pPr algn="ctr" defTabSz="449580">
              <a:spcBef>
                <a:spcPts val="550"/>
              </a:spcBef>
              <a:spcAft>
                <a:spcPts val="30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Mr. Basudeo Singh Roohani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Ms. Swati Singh</a:t>
            </a:r>
          </a:p>
          <a:p>
            <a:pPr>
              <a:spcAft>
                <a:spcPts val="300"/>
              </a:spcAft>
              <a:defRPr sz="1100" b="0">
                <a:solidFill>
                  <a:srgbClr val="334155"/>
                </a:solidFill>
                <a:latin typeface="Calibri"/>
              </a:defRPr>
            </a:pPr>
            <a:r>
              <a:t>(Internship Coordinators)</a:t>
            </a: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Calibri"/>
              </a:defRPr>
            </a:pPr>
            <a: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84048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1. Introduction &amp; Objectives: </a:t>
            </a:r>
            <a:r>
              <a:rPr sz="1600" b="0">
                <a:solidFill>
                  <a:srgbClr val="334155"/>
                </a:solidFill>
                <a:latin typeface="Calibri"/>
              </a:rPr>
              <a:t>Industrial domain, aviation PHM technology &amp; project goals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Problem Statement: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Challenges in engine failure prediction &amp; cost limitations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Hardware setup &amp; software stack (Scikit-Learn, Pandas, NumPy)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System Methodology &amp; Flowchart: </a:t>
            </a:r>
            <a:r>
              <a:rPr sz="1600" b="0">
                <a:solidFill>
                  <a:srgbClr val="334155"/>
                </a:solidFill>
                <a:latin typeface="Calibri"/>
              </a:rPr>
              <a:t>End-to-end telemetry ingestion &amp; pipeline flow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Sensor Preprocessing: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statistics &amp; correlation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188720"/>
            <a:ext cx="384048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Dataset &amp; Feature Details: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21-sensor dataset (20,631 cycles)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7. Tri-Model 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Random Forest, 30d Classifier &amp; Neural MLP Net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8. Interactive Terminal Diagnostic: </a:t>
            </a:r>
            <a:r>
              <a:rPr sz="1600" b="0">
                <a:solidFill>
                  <a:srgbClr val="334155"/>
                </a:solidFill>
                <a:latin typeface="Calibri"/>
              </a:rPr>
              <a:t>Native Python CLI app (predict.py) &amp; threshold gating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9. Results &amp; Performance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AUC-ROC (98.45%), RMSE (33.39), &amp; per-model table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10. Conclusion &amp; References: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Summary of achievements, future scope &amp; academic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Industrial AI, Reliability Engineering &amp; Aviation Prognostics Health Management (PHM).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Commercial Aircraft Turbofan Jet Engine Fleet Maintenance Operations &amp; Maintenance.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Core Operational Shift: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Transitioning from static time-servicing to AI predictive maintenance.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Utilize 21 sensor streams to forecast Remaining Useful Life (RUL) before breakdown.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18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engine failures cause expensive flight delays and severe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Replaces functional turbofan parts prematurely or misses failure events.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telemetry streams exhibit noisy non-linear degradation trends.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Real-Time Constraint: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fast sub-30ms inference latency for immediate operational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Hardware Requirements: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Programming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 (Core predictive logic, data wrangling &amp; model serialization).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Pandas, NumPy, SciPy for 5-cycle rolling window aggregations.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Matplotlib, Seaborn for publication-grade metric evaluation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1 Ingestion: </a:t>
            </a:r>
            <a:r>
              <a:rPr sz="1500" b="0">
                <a:solidFill>
                  <a:srgbClr val="334155"/>
                </a:solidFill>
                <a:latin typeface="Calibri"/>
              </a:rPr>
              <a:t>NASA C-MAPSS telemetry dataset with 21 sensors &amp; 3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2 Preprocessing: </a:t>
            </a:r>
            <a:r>
              <a:rPr sz="1500" b="0">
                <a:solidFill>
                  <a:srgbClr val="334155"/>
                </a:solidFill>
                <a:latin typeface="Calibri"/>
              </a:rPr>
              <a:t>5-cycle rolling mean &amp; standard deviation aggregations.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3 Filter: </a:t>
            </a:r>
            <a:r>
              <a:rPr sz="1500" b="0">
                <a:solidFill>
                  <a:srgbClr val="334155"/>
                </a:solidFill>
                <a:latin typeface="Calibri"/>
              </a:rPr>
              <a:t>Eliminates redundant sensor pairs with correlation r &gt; 0.80.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4 AI Inference: </a:t>
            </a:r>
            <a:r>
              <a:rPr sz="1500" b="0">
                <a:solidFill>
                  <a:srgbClr val="334155"/>
                </a:solidFill>
                <a:latin typeface="Calibri"/>
              </a:rPr>
              <a:t>Tri-model engine: RUL Regressor, Binary 30d Classifier &amp; Neural MLP.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5 Actionable Report: </a:t>
            </a:r>
            <a:r>
              <a:rPr sz="1500" b="0">
                <a:solidFill>
                  <a:srgbClr val="334155"/>
                </a:solidFill>
                <a:latin typeface="Calibri"/>
              </a:rPr>
              <a:t>Computes health score, cost optimization &amp; fleet maintenance schedule.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Signal Noise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Smooths high-frequency sensor fluctuation to expose true degradation physics.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Scale &amp; Position Normalization: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StandardScaler normalization ensures robustness across operating settings.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Compact Feature Dimension: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Expands raw telemetry data into a structured 45-element feature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Size &amp; Support: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Turbofan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Target Classification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Multi-Tier Hazard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Softmax Risk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Risk Rating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Actionable Maintenance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Maintenance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Sign-to-Speech &amp;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Native Python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Sentence-Level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Mobile &amp;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avionics hardware.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18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18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18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18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5. Google Keras 3.3 &amp; TensorFlow 2.17 - </a:t>
            </a:r>
            <a:r>
              <a:rPr sz="18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6. Microsoft Azure Machine Learning - </a:t>
            </a:r>
            <a:r>
              <a:rPr sz="18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2301430100162 | 7th Sem, CSE-1 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