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Executive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Problem Statement: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High cost of unplanned aircraft engine breakdowns.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Project Objectives: </a:t>
            </a:r>
            <a:r>
              <a:rPr sz="1800" b="0">
                <a:solidFill>
                  <a:srgbClr val="334155"/>
                </a:solidFill>
                <a:latin typeface="Calibri"/>
              </a:rPr>
              <a:t>Tri-model AI engine for RUL forecasting.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Technology Stack: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3.11, Scikit-Learn, Pandas, and NumPy.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System Methodology: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C-MAPSS 21-sensor rolling feature pipeline.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Benchmark Results: </a:t>
            </a:r>
            <a:r>
              <a:rPr sz="1800" b="0">
                <a:solidFill>
                  <a:srgbClr val="334155"/>
                </a:solidFill>
                <a:latin typeface="Calibri"/>
              </a:rPr>
              <a:t>98.45% AUC-ROC score and 33.39 RMSE.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Unscheduled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turbofan breakdowns cause severe cancellations.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High Cost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Unplanned engine diversions cost $250,000 per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Static Servicing Flaws: </a:t>
            </a:r>
            <a:r>
              <a:rPr sz="1800" b="0">
                <a:solidFill>
                  <a:srgbClr val="334155"/>
                </a:solidFill>
                <a:latin typeface="Calibri"/>
              </a:rPr>
              <a:t>Fixed schedules replace healthy parts prematurely.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High Sensor Fluctuation: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sensor streams exhibit noisy degradation.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Prognostic Solution Need: </a:t>
            </a:r>
            <a:r>
              <a:rPr sz="1800" b="0">
                <a:solidFill>
                  <a:srgbClr val="334155"/>
                </a:solidFill>
                <a:latin typeface="Calibri"/>
              </a:rPr>
              <a:t>Requires real-time AI to forecast RUL.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RUL Forecasting: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Predict exact remaining operational cycles before failure.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30-Day Warning Alert: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98.45% AUC-ROC on failure warnings.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3-Tier Hazard Net: </a:t>
            </a:r>
            <a:r>
              <a:rPr sz="1800" b="0">
                <a:solidFill>
                  <a:srgbClr val="334155"/>
                </a:solidFill>
                <a:latin typeface="Calibri"/>
              </a:rPr>
              <a:t>Classify health into Healthy, Warning, Critical.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Real-Time Diagnostics: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Sub-30ms CLI runner for instant diagnostics.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Fleet Cost Reduction: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 unscheduled engine overhauls and diversions.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Existing vs. Proposed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Traditional Servicing: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Fixed flight-hour intervals ignore actual wear.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Reactive Maintenance: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Triggers repairs only after in-flight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Proposed AI Engine: </a:t>
            </a:r>
            <a:r>
              <a:rPr sz="1800" b="0">
                <a:solidFill>
                  <a:srgbClr val="334155"/>
                </a:solidFill>
                <a:latin typeface="Calibri"/>
              </a:rPr>
              <a:t>Monitors 21 live telemetry streams continuously.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Proactive Scheduling: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Schedules minor $15k repairs before breakdown.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Cost Optimization: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$250k emergency diversions and delays.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36576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Stage 1 Ingestion: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telemetry dataset.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Stage 2 Preprocessing: </a:t>
            </a:r>
            <a:r>
              <a:rPr sz="1600" b="0">
                <a:solidFill>
                  <a:srgbClr val="334155"/>
                </a:solidFill>
                <a:latin typeface="Calibri"/>
              </a:rPr>
              <a:t>5-cycle rolling mean and std.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Stage 3 Filter: </a:t>
            </a:r>
            <a:r>
              <a:rPr sz="1600" b="0">
                <a:solidFill>
                  <a:srgbClr val="334155"/>
                </a:solidFill>
                <a:latin typeface="Calibri"/>
              </a:rPr>
              <a:t>Removes correlation pairs r &gt; 0.80.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Stage 4 AI Engine: </a:t>
            </a:r>
            <a:r>
              <a:rPr sz="1600" b="0">
                <a:solidFill>
                  <a:srgbClr val="334155"/>
                </a:solidFill>
                <a:latin typeface="Calibri"/>
              </a:rPr>
              <a:t>Tri-model regression and classifier.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Stage 5 Actionable Report: </a:t>
            </a:r>
            <a:r>
              <a:rPr sz="1600" b="0">
                <a:solidFill>
                  <a:srgbClr val="334155"/>
                </a:solidFill>
                <a:latin typeface="Calibri"/>
              </a:rPr>
              <a:t>Fleet health score and dispatch.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80467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468880"/>
                <a:gridCol w="164592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Component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Engine logic and predictive algorithms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Machine Learning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v1.3.2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Wrangling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 &amp; NumPy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5-cycle rolling aggregations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v2.2.0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Signal Analytics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SciPy Signal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Noise reduction and correlation filter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CLI Diagnostic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Argparse &amp; Pickle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Serialized model runner predict.py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 &amp; Seaborn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ROC and Precision-Recall curves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v3.8.0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Dataset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Data Provider: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C-MAPSS dataset.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Training Fleet: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 to failure.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Testing Fleet: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test engines with ground truth labels.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Failure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warning and 15-cycle urgent window.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 and clean numeric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Tri-Model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RUL Regression: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predicting exact remaining cycles.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Binary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flagging 30-day failure warning.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Neural MLP Net: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for 3-tier risk rating.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Risk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(&gt;30d), Warning (15-30d), Critical (&lt;=15d).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Softmax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Produces normalized probability distributions.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Terminal Diagnostic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CLI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argparse and serialized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RUL, failure probability, and rating.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Status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GREEN, YELLOW, and RED indicators.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Actionable Guidance: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managers to schedule service or ground.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Fleet Hazard Gating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normal flight service.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Warning State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engine within 24h.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Low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Sub-30ms execution for live diagnostic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Queue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Prioritizes maintenance by urgency rank.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Benchmark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Binary Warning AUC: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score on test set.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failure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hazard rating accuracy.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Inference Speed: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computation time under 30ms per engine.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Per-Model Evaluation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Rolling Feature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outperform raw sensors.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Threshold tau = 0.17 yields 100% precision.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Cost Matrix Savings: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$250k failures via $15k planned repairs.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Neural Net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MLP provides high accuracy on critical windows.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Queues engines efficiently by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Conclusion &amp;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Delivered complete predictive health pipeline.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High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and 33.39 RMSE.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Integrated interactive predict.py diagnostic tool.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Clean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100% Python pipeline and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Deep Time-Series: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models.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to variable altitude and speed profiles.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TFLite models for onboard avionics.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Cloud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live IoT streams.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Data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Add synthetic degradation data for rare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NASA C-MAPSS Dataset: </a:t>
            </a:r>
            <a:r>
              <a:rPr sz="1800" b="0">
                <a:solidFill>
                  <a:srgbClr val="334155"/>
                </a:solidFill>
                <a:latin typeface="Calibri"/>
              </a:rPr>
              <a:t>Ames Prognostics Center of Excellence, 2024.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12848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Damage Modeling Paper: </a:t>
            </a:r>
            <a:r>
              <a:rPr sz="1800" b="0">
                <a:solidFill>
                  <a:srgbClr val="334155"/>
                </a:solidFill>
                <a:latin typeface="Calibri"/>
              </a:rPr>
              <a:t>Saxena et al., IEEE Prognostics, 2008.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91256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Scikit-Learn Docs: </a:t>
            </a:r>
            <a:r>
              <a:rPr sz="1800" b="0">
                <a:solidFill>
                  <a:srgbClr val="334155"/>
                </a:solidFill>
                <a:latin typeface="Calibri"/>
              </a:rPr>
              <a:t>Machine Learning Library Documentation,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169664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Keras &amp; TensorFlow: </a:t>
            </a:r>
            <a:r>
              <a:rPr sz="1800" b="0">
                <a:solidFill>
                  <a:srgbClr val="334155"/>
                </a:solidFill>
                <a:latin typeface="Calibri"/>
              </a:rPr>
              <a:t>Official Deep Learning Framework API, 2026.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148072"/>
            <a:ext cx="8046720" cy="868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/>
            <a:r>
              <a:rPr sz="1800" b="1">
                <a:solidFill>
                  <a:srgbClr val="2563EB"/>
                </a:solidFill>
                <a:latin typeface="Calibri"/>
              </a:rPr>
              <a:t>• GitHub Repository: </a:t>
            </a:r>
            <a:r>
              <a:rPr sz="1800" b="0">
                <a:solidFill>
                  <a:srgbClr val="334155"/>
                </a:solidFill>
                <a:latin typeface="Calibri"/>
              </a:rPr>
              <a:t>https://github.com/PiyushTiwari2051/Predictive-Master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br/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</a:t>
            </a:r>
            <a:br/>
            <a:r>
              <a:t>Roll No: 2100270100000 | 7th Sem, CSE-1</a:t>
            </a:r>
            <a:br/>
            <a:r>
              <a:t>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