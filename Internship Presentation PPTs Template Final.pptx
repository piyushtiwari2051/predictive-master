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latin typeface="Times New Roman"/>
              </a:rPr>
              <a:t>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Introduction &amp; Objectives: </a:t>
            </a:r>
            <a:r>
              <a:rPr sz="1800" b="0">
                <a:solidFill>
                  <a:srgbClr val="334155"/>
                </a:solidFill>
                <a:latin typeface="Calibri"/>
              </a:rPr>
              <a:t>Domain of work, industrial AI, aviation PHM technology &amp; project goals.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Problem Statement &amp; Motivation: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Unscheduled aircraft engine failures &amp; traditional servicing inefficiencies.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1800" b="0">
                <a:solidFill>
                  <a:srgbClr val="334155"/>
                </a:solidFill>
                <a:latin typeface="Calibri"/>
              </a:rPr>
              <a:t>Hardware &amp; Software technology stack requirements.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4. Dataset &amp; Features: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C-MAPSS 21-sensor telemetry dataset &amp; rolling window aggregations.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5. System Methodology &amp; Flowchart: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Multi-stage data ingestion, feature extraction &amp; tri-model inference.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6. Tri-Model AI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Regression, Binary 30d Classifier &amp; Multi-Class Neural MLP.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7. Empirical Results &amp; Evaluation Table: </a:t>
            </a:r>
            <a:r>
              <a:rPr sz="1800" b="0">
                <a:solidFill>
                  <a:srgbClr val="334155"/>
                </a:solidFill>
                <a:latin typeface="Calibri"/>
              </a:rPr>
              <a:t>98.45% AUC-ROC score &amp; per-model benchmark analysis.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8. Real-Time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CLI execution runner (predict.py) &amp; fleet capacity dispatch.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9. Conclusion &amp; References: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Summary of achievements, future scope &amp; bibliography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Industrial AI, Reliability Engineering &amp; Aviation Prognostics.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Commercial Aircraft Turbofan Jet Engine Fleet Operations.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Core Shift: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Transitioning from static time-servicing to AI predictive maintenance.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Utilize 21 sensor streams to forecast Remaining Useful Life (RUL).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18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engine failures cause expensive flight delays and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Replaces functional turbofan parts prematurely or misses breakdown.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telemetry streams exhibit noisy non-linear degradation trends.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Hardware Requirements: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Software Stack &amp;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3.11+ Core Language, VS Code / Jupyter Notebook IDE.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Pandas, NumPy, SciPy for 5-cycle rolling window aggregations.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Matplotlib, Seaborn for publication-grade metric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1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Telemetry Ingestion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(NASA C-MAPSS 21 Sensors)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88920" y="2057400"/>
            <a:ext cx="45720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2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Rolling Feature Engine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(5-Cycle Mean &amp; Std)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057400"/>
            <a:ext cx="45720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3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Multicollinearity Filter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(Correlation Reduction r&gt;0.80)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4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RUL Regression Net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(Random Forest Regressor)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251960"/>
            <a:ext cx="45720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356616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5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Binary 30d Classifier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(98.45% AUC-ROC Model)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32120" y="4251960"/>
            <a:ext cx="45720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3566160"/>
            <a:ext cx="2194560" cy="1645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6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Multi-Class Neural MLP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(3-Tier Risk Hazard Dispatch)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7784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Figure 1: End-to-End Predictive Maintenance Data Flow &amp; Inference Pipeline Flowchart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Noise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Smooths high-frequency sensor fluctuation to expose true degradation physics.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Expanded Feature Space: </a:t>
            </a:r>
            <a:r>
              <a:rPr sz="1800" b="0">
                <a:solidFill>
                  <a:srgbClr val="334155"/>
                </a:solidFill>
                <a:latin typeface="Calibri"/>
              </a:rPr>
              <a:t>Generates 45 total input attributes for machine learning model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Provider: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left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Multi-Tier Risk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Actionable Maintenance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CLI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Delivered interactive predict.py tool for real-time fleet health diagnostic reports.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Cloud Streaming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Expand fleet training dataset to variable altitude and speed profiles.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Edge Device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 model execution for lightweight onboard avionics hardware.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1800" b="0">
                <a:solidFill>
                  <a:srgbClr val="334155"/>
                </a:solidFill>
                <a:latin typeface="Calibri"/>
              </a:rPr>
              <a:t>C-MAPSS Jet Engine Degradation Dataset.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1800" b="0">
                <a:solidFill>
                  <a:srgbClr val="334155"/>
                </a:solidFill>
                <a:latin typeface="Calibri"/>
              </a:rPr>
              <a:t>'Damage Propagation Modeling for Aircraft Engine Simulation', IEEE 2008.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1800" b="0">
                <a:solidFill>
                  <a:srgbClr val="334155"/>
                </a:solidFill>
                <a:latin typeface="Calibri"/>
              </a:rPr>
              <a:t>Bootcamp Curriculum &amp; Mentorship.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1800" b="0">
                <a:solidFill>
                  <a:srgbClr val="334155"/>
                </a:solidFill>
                <a:latin typeface="Calibri"/>
              </a:rPr>
              <a:t>Machine Learning &amp; Neural Network Documentation.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5. Microsoft Azure Machine Learning - </a:t>
            </a:r>
            <a:r>
              <a:rPr sz="1800" b="0">
                <a:solidFill>
                  <a:srgbClr val="334155"/>
                </a:solidFill>
                <a:latin typeface="Calibri"/>
              </a:rPr>
              <a:t>Predictive Maintenance Simulation Templates.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2100270100000 | 7th Sem, CSE-1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