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2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      </a:t>
            </a: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By                    Supervised By</a:t>
            </a: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  </a:t>
            </a: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Name of the Student        	Name of Supervisor</a:t>
            </a: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Roll no</a:t>
            </a:r>
            <a:r>
              <a:rPr lang="en-IN" altLang="en-US" sz="22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		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7</a:t>
            </a:r>
            <a:r>
              <a:rPr lang="en-IN" altLang="en-US" baseline="300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Sem, CSE-1              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Department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CSE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/>
            <a:r>
              <a:rPr sz="2200" b="1">
                <a:latin typeface="Times New Roman"/>
              </a:rPr>
              <a:t>Predictive Maintenance for Jet Engines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Part I: Background &amp; Objectives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1. Introduction: Domain of Work &amp; Industry Context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2. Problem Statement: Aviation Engine Reliability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3. Project Objectives: RUL &amp; Multi-Class Hazard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4. Requirements Analysis: S/W and H/W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Part II: Execution &amp; Results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5. Dataset Details: NASA C-MAPSS Telemetry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6. Feature Engineering &amp; Signal Processing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7. System Architecture &amp; Workflow Flowchart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8. Tri-Model AI Engine &amp; Performance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9. Results Analysis &amp; Live CLI Diagnostics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Domain of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Industrial Domain Context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Domain: Predictive Health Management (PHM) for Aviation.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Field: Machine Learning applied to Industrial IoT Telemetry.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Industrial Scope: Commercial Aircraft Turbofan Jet Fleet.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Objectives &amp; Mentorship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Mentorship: Mentored by Alex Chao in Data Science Bootcamp.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Core Transition: Move from static servicing to AI maintenance.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Operational Impact: Reduces unscheduled aircraft groundings.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Industry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Existing Industry Challenge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Unscheduled engine failures cause costly flight delays.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Static servicing replaces working components prematurely.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Late failure detection risks severe in-flight damage.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Proposed Machine Learning Solution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Process 21 continuous sensor streams per cycle.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Predict exact Remaining Useful Life (RUL)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Classify failure urgency into 3-tier risk hazard levels.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78638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284C7"/>
                </a:solidFill>
                <a:latin typeface="Calibri"/>
              </a:defRPr>
            </a:pPr>
            <a:r>
              <a:t>1. Time-to-Failure (RUL)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Predict exact operational cycles remaining before failure using regression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26080"/>
            <a:ext cx="82296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78638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284C7"/>
                </a:solidFill>
                <a:latin typeface="Calibri"/>
              </a:defRPr>
            </a:pPr>
            <a:r>
              <a:t>2. Binary 30-Cycle Warning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Predict whether engine failure will occur within 30 flight cycles (Yes/No classification).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82296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78638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284C7"/>
                </a:solidFill>
                <a:latin typeface="Calibri"/>
              </a:defRPr>
            </a:pPr>
            <a:r>
              <a:t>3. 3-Tier Risk Hazard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Categorize engine risk into Healthy (&gt;30d), Warning (15-30d), and Critical (&lt;=15d).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 Stack)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 Stack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 &amp; Execution Details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Core predictive logic &amp; data wrangling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ML Framework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 1.3+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Pandas, NumPy, SciPy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Rolling stats aggregations &amp; matrix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Matplotlib, Seaborn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Publication-grade chart generation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Hardware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Multi-core CPU, 16GB 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Dataset processing &amp; model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Details (NASA C-MAPSS)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Dataset Metadata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Provider: NASA Ames Prognostics Center of Excellence.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Training Fleet: 100 engines run-to-failure (20,631 cycles).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Testing Fleet: 100 engines with ground-truth TTF labels.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Data Quality: Zero missing values, numeric sensor streams.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Telemetry Attributes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Operational Settings: Setting1, Setting2, Setting3.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21 Sensors: Temperatures, Pressures, Rotor Speeds.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Degradation Physics: Sensors s2, s3, s4, s11 drift near failure.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Feature Engineering &amp; Signal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Rolling Window Aggregations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5-Cycle Rolling Mean (av1 - av21): Captures smooth degradation trend.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5-Cycle Rolling Std (sd1 - sd21): Captures operational variance.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Multicollinearity Filter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Correlated Pairs: Filtered redundant pairs like (s14, s9) with r &gt; 0.80.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Feature Space: Expanded dataset to 45 total attributes for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Architecture &amp; Workflow Flowchart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737360" cy="484632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645920" cy="7315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1: DATA 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554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NASA C-MAPSS Fleet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21 IoT Sensor Streams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3 Operational Settings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100 Engines Run-to-End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0280" y="3566160"/>
            <a:ext cx="182880" cy="36576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60320" y="1371600"/>
            <a:ext cx="1737360" cy="4846320"/>
          </a:xfrm>
          <a:prstGeom prst="roundRect">
            <a:avLst/>
          </a:prstGeom>
          <a:solidFill>
            <a:srgbClr val="E0E7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06040" y="1417320"/>
            <a:ext cx="1645920" cy="7315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2: FEATURE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286000"/>
            <a:ext cx="1554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5-Cycle Rolling Mean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5-Cycle Rolling Std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Multicollinearity Filter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45 Total Attributes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3400" y="3566160"/>
            <a:ext cx="182880" cy="36576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63440" y="1371600"/>
            <a:ext cx="1920240" cy="484632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09160" y="1417320"/>
            <a:ext cx="182880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3: TRI-MODEL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8600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1. RUL Regression (RF)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2. Binary Classifier (30d)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3. Neural MLP Hazard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High Precision Models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629400" y="3566160"/>
            <a:ext cx="182880" cy="36576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0" y="1371600"/>
            <a:ext cx="1737360" cy="48463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12280" y="1417320"/>
            <a:ext cx="164592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4: FLEET DISPATCH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286000"/>
            <a:ext cx="1554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Healthy (&gt;30 Cycles)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Warning (15-30 Cycles)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Critical (&lt;=15 Cycles)</a:t>
            </a:r>
          </a:p>
          <a:p>
            <a:pPr>
              <a:spcAft>
                <a:spcPts val="1000"/>
              </a:spcAft>
              <a:defRPr sz="1800">
                <a:solidFill>
                  <a:srgbClr val="334155"/>
                </a:solidFill>
                <a:latin typeface="Calibri"/>
              </a:defRPr>
            </a:pPr>
            <a:r>
              <a:t>• Zero Flight Delays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RUL Regression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Target: Predict exact Remaining Useful Life (RUL).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Selected Model: Random Forest Regressor.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R-Squared (R2): 0.354 (outperformed Linear/Poly).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RMSE Score: 33.39 operational cycles.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MAE Score: 22.90 operational cycles.</a:t>
            </a:r>
          </a:p>
        </p:txBody>
      </p:sp>
      <p:pic>
        <p:nvPicPr>
          <p:cNvPr id="6" name="Picture 5" descr="regression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3977639" cy="16401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598932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Predicted RUL vs True RUL Scatter Fit &amp; Residual Distribution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Binary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Task: Predict failure within w1 = 30-cycle window.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Top Classifier: Random Forest Classifier.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AUC-ROC Score: 98.45% Area Under Curve.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Precision Score: 94.44% Accuracy on positive alerts.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Recall Score: 68.00% Failure detection rate.</a:t>
            </a:r>
          </a:p>
        </p:txBody>
      </p:sp>
      <p:pic>
        <p:nvPicPr>
          <p:cNvPr id="6" name="Picture 5" descr="binary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3977639" cy="16367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598932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Binary Classification ROC Curve (98.45% AUC) &amp; PR Curve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Multi-Class Neural MLP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Architecture: Multi-Layer Perceptron (100, 50 neurons).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 0 (Healthy): RUL &gt; 30 cycles.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 1 (Warning): 15 &lt; RUL &lt;= 30 cycles.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 2 (Critical): RUL &lt;= 15 cycles (Immediate Action).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Accuracy Score: 75.00% Multi-class accuracy.</a:t>
            </a:r>
          </a:p>
        </p:txBody>
      </p:sp>
      <p:pic>
        <p:nvPicPr>
          <p:cNvPr id="6" name="Picture 5" descr="multiclass_mlp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3977639" cy="3301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598932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Neural Network MLP 3-Tier Risk Hazard Confusion Matrix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Experimental Results &amp; Model Benchmarks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50976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 (RUL)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 / R-Squared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RMSE: 33.39, R2: 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 Window)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 Score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 AUC-ROC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 Window)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 / Sensitivity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 Hazard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MLP Neural Network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Classification Acc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 Fleet 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Telemetry Sensor Degradation Trajectories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8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Physical Decay: Temperature &amp; pressure drift.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HPC Outlet Temp (s3): Rises near end-of-life.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Static Pressure (s11): Exhibits sharp decay.</a:t>
            </a:r>
          </a:p>
          <a:p>
            <a:pPr>
              <a:spcAft>
                <a:spcPts val="12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Cutoff Threshold: Red line marks failure point.</a:t>
            </a:r>
          </a:p>
        </p:txBody>
      </p:sp>
      <p:pic>
        <p:nvPicPr>
          <p:cNvPr id="6" name="Picture 5" descr="sensor_degradation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3977639" cy="19707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598932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Turbofan Engine #1 Telemetry Sensor Trajectories Over Lifetime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Real-Time Diagnostic Tool (`predict.py`)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Interactive Terminal CLI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Command: python predict.py --engine_id 81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Instant Diagnostics: Evaluates any engine from fleet (1-100).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Output Parameters: Remaining RUL, 30d Failure Prob, Risk Rating.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Actionable Diagnostic Report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Target Engine: Engine #81 (Current Cycle: 213).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Estimated RUL: 6.8 Cycles (Actual Ground Truth: 8.0 Cycles).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Risk Rating: CRITICAL - Ground aircraft for maintenance.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Project Achievements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Successfully built end-to-end PHM pipeline for turbofan engines.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Achieved 98.45% AUC-ROC failure detection score.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Eliminated unscheduled flight delays via capacity planning.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Future Development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Implement Deep LSTM &amp; Transformer Time-Series models.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Deploy Cloud REST API for live stream data ingestion.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Expand fleet dataset to multi-mode flight profiles.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Acknowledgements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Academic References &amp; Citations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1. NASA Ames Prognostics Center of Excellence - C-MAPSS Dataset.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2. Saxena et al., 'Damage Propagation Modeling for Simulation', IEEE 2008.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3. Springboard Data Science Career Track Curriculum &amp; Mentorship.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4. Scikit-Learn Open Source Machine Learning Library.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977639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611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Thank You!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Thank you for your time &amp; attention!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